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DBBC07-74BB-4F98-9326-FED669BC7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6A4E0DE-833C-44F0-B2D6-69FB25AC5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20DECC-EB9C-4087-B033-054D931C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688F6BC-D51C-42A9-8152-F5E25703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879EC6-6CA8-45FB-B60E-9BEC5B54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6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7AF4C4-C787-45A0-A0F8-0950DBE9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9B0BA8-B331-489E-9256-BD3FD01B2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0E8226-D889-4976-AAE2-0A644E7E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CF0D80-B49B-4840-897D-6AD8A205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20428A-D866-45A9-8F30-8C94840E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8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0D0B36-ABF3-4AEE-8C2C-2DFAF7FB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0652298-0C7D-44BC-BE05-AEA24E9B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59C951-5B94-4D41-9E87-8DE92236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27F2A8-7C0A-4915-A6CA-FFFE1718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846B95-7933-414B-B3FA-741B7BD4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6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374D66-AB87-47FE-A465-C68A947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B2F3969-F5BF-4E61-B5A0-C9EFC68C8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C112287-99C3-4262-AA23-CDA6C0A02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9DF8765-BF9D-474C-9BEF-4C2EAD93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6BC1C2C-367D-4701-9C0C-75B12270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2A915A5-F2AF-46BC-B3D1-6E5CB215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3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04DB20-6132-4514-B0E1-893AEC7F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608AE18-C373-43DA-BA29-086FECF1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A0130D1-53B8-41F0-9872-82C60070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1BEB833-ED47-4894-B0C0-223F9AB86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E552CF6-EDD3-4CF1-8EC6-14D8EC67A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D3F91C4-EEA0-4536-9D2B-DA8F1E14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1B329F0-6225-4263-9BD5-D3CEEE19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5ACCDEB-E70A-40A4-B257-09FA5FBC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2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3CA905-524B-4442-AC32-D665E7AD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9C8B363-697D-4061-AC89-15B5AEF5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62E751B-1378-456E-ADC9-32D73DD6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4EF4A9B-B956-449B-B499-DC403576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EFB698F-A95E-42C7-93B1-6C47A381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2008675-9BAF-46FF-963C-195C4551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3F86CD-66DC-4BDC-A3BD-3EDE3F7F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7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5725EC-8C38-4555-81E3-EB66524E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D42D06-8B1E-435F-A5FD-F5F7AB76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097A8A4-4235-4CF8-B5FA-FDBC53B43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D87D096-F7A0-4C49-84F4-792ED5F2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6B05578-2C74-4A32-9079-C4E844EA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748AAA-828A-4012-867C-CBE6998C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9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A82BFA-738E-4472-86AB-F6EA1A70C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FB10C2D-8AA7-4517-843B-32A5E4E15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1F2FDBC-C8DF-4267-9835-C8ACEBD9F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78309B-4C03-4B89-8143-C9DB7F6A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585026C-1C5A-43B9-B644-1E679D5A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99223B-F539-48E6-ACA2-8CDC2FB7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578AF4-CFA0-4248-8A15-69A804CA9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9DA457B-50A5-4A73-9565-5049A487F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DD88A0C-59AC-4300-AFBD-E586A9AA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8A8CF7-3719-46CE-9720-2E0D5EE3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5DAA5D-5283-4EF3-967C-186C0A30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7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1734354-010B-4316-8E7D-CCFD7653D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FCDD14F-C269-4217-8516-7D7221C15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12323F-252C-419E-A977-7774DFDD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A1C51A-9410-4B39-89D9-FA245C48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AB435D4-A606-45EF-9FDF-8476E172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C030D69-1B41-49AE-A283-760B8E60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B6FEC0A-E162-4E2A-B4EB-83C5E9762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F8FDBC-E0DA-42AF-BB68-E180FD9F5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CBC51-FD88-4D76-BCD0-5D5C8F640CFE}" type="datetimeFigureOut">
              <a:rPr lang="en-US" smtClean="0"/>
              <a:t>2020-11-29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604824-5D66-4823-8803-E36C6A251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77C7881-F9C0-4F93-933F-81A883815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2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7446AF6-0993-4EB8-8B35-D3EAE8589496}"/>
              </a:ext>
            </a:extLst>
          </p:cNvPr>
          <p:cNvSpPr txBox="1"/>
          <p:nvPr/>
        </p:nvSpPr>
        <p:spPr>
          <a:xfrm>
            <a:off x="1524000" y="123196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Event Finder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100" kern="1200" noProof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Társaság kereső alkalmazás</a:t>
            </a:r>
            <a:r>
              <a:rPr lang="en-US" sz="5100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51B66FB-8B73-4D1E-9A00-CC08312E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3712"/>
            <a:ext cx="9144000" cy="15636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Készítették:</a:t>
            </a:r>
          </a:p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Gyarmati Bálint – B9KF99</a:t>
            </a:r>
          </a:p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Juhász Péter - EZVYSK</a:t>
            </a:r>
          </a:p>
        </p:txBody>
      </p:sp>
    </p:spTree>
    <p:extLst>
      <p:ext uri="{BB962C8B-B14F-4D97-AF65-F5344CB8AC3E}">
        <p14:creationId xmlns:p14="http://schemas.microsoft.com/office/powerpoint/2010/main" val="16670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509F0D-6211-4950-AC37-0FB0750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u="sng" dirty="0"/>
              <a:t>A </a:t>
            </a:r>
            <a:r>
              <a:rPr lang="en-US" u="sng" dirty="0" err="1"/>
              <a:t>feladatkiírás</a:t>
            </a:r>
            <a:endParaRPr lang="en-US" u="sng" dirty="0"/>
          </a:p>
        </p:txBody>
      </p:sp>
      <p:sp>
        <p:nvSpPr>
          <p:cNvPr id="29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889FFE-52B0-4B2A-B26F-B5E730F8E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hallgatók</a:t>
            </a:r>
            <a:r>
              <a:rPr lang="en-US" dirty="0"/>
              <a:t> </a:t>
            </a:r>
            <a:r>
              <a:rPr lang="en-US" dirty="0" err="1"/>
              <a:t>feladata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társaság</a:t>
            </a:r>
            <a:r>
              <a:rPr lang="en-US" dirty="0"/>
              <a:t> </a:t>
            </a:r>
            <a:r>
              <a:rPr lang="en-US" dirty="0" err="1"/>
              <a:t>kereső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tervezése</a:t>
            </a:r>
            <a:r>
              <a:rPr lang="en-US" dirty="0"/>
              <a:t>. A </a:t>
            </a:r>
            <a:r>
              <a:rPr lang="en-US" dirty="0" err="1"/>
              <a:t>felhasználóknak</a:t>
            </a:r>
            <a:r>
              <a:rPr lang="en-US" dirty="0"/>
              <a:t> </a:t>
            </a:r>
            <a:r>
              <a:rPr lang="en-US" dirty="0" err="1"/>
              <a:t>lehetőségük</a:t>
            </a:r>
            <a:r>
              <a:rPr lang="en-US" dirty="0"/>
              <a:t> van </a:t>
            </a:r>
            <a:r>
              <a:rPr lang="en-US" dirty="0" err="1"/>
              <a:t>bejelölni</a:t>
            </a:r>
            <a:r>
              <a:rPr lang="en-US" dirty="0"/>
              <a:t> </a:t>
            </a:r>
            <a:r>
              <a:rPr lang="en-US" dirty="0" err="1"/>
              <a:t>érdeklődési</a:t>
            </a:r>
            <a:r>
              <a:rPr lang="en-US" dirty="0"/>
              <a:t> </a:t>
            </a:r>
            <a:r>
              <a:rPr lang="en-US" dirty="0" err="1"/>
              <a:t>köreiket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nyelvtudásukat</a:t>
            </a:r>
            <a:r>
              <a:rPr lang="en-US" dirty="0"/>
              <a:t>. </a:t>
            </a:r>
          </a:p>
          <a:p>
            <a:r>
              <a:rPr lang="en-US" dirty="0"/>
              <a:t>Az </a:t>
            </a:r>
            <a:r>
              <a:rPr lang="en-US" dirty="0" err="1"/>
              <a:t>azononos</a:t>
            </a:r>
            <a:r>
              <a:rPr lang="en-US" dirty="0"/>
              <a:t> </a:t>
            </a:r>
            <a:r>
              <a:rPr lang="en-US" dirty="0" err="1"/>
              <a:t>témák</a:t>
            </a:r>
            <a:r>
              <a:rPr lang="en-US" dirty="0"/>
              <a:t> </a:t>
            </a:r>
            <a:r>
              <a:rPr lang="en-US" dirty="0" err="1"/>
              <a:t>iránt</a:t>
            </a:r>
            <a:r>
              <a:rPr lang="en-US" dirty="0"/>
              <a:t> </a:t>
            </a:r>
            <a:r>
              <a:rPr lang="en-US" dirty="0" err="1"/>
              <a:t>érdeklődők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platformon</a:t>
            </a:r>
            <a:r>
              <a:rPr lang="en-US" dirty="0"/>
              <a:t> </a:t>
            </a:r>
            <a:r>
              <a:rPr lang="en-US" dirty="0" err="1"/>
              <a:t>üzenve</a:t>
            </a:r>
            <a:r>
              <a:rPr lang="en-US" dirty="0"/>
              <a:t> </a:t>
            </a:r>
            <a:r>
              <a:rPr lang="en-US" dirty="0" err="1"/>
              <a:t>tudják</a:t>
            </a:r>
            <a:r>
              <a:rPr lang="en-US" dirty="0"/>
              <a:t> </a:t>
            </a:r>
            <a:r>
              <a:rPr lang="en-US" dirty="0" err="1"/>
              <a:t>megbeszélni</a:t>
            </a:r>
            <a:r>
              <a:rPr lang="en-US" dirty="0"/>
              <a:t> a </a:t>
            </a:r>
            <a:r>
              <a:rPr lang="en-US" dirty="0" err="1"/>
              <a:t>programokat</a:t>
            </a:r>
            <a:r>
              <a:rPr lang="en-US" dirty="0"/>
              <a:t>. A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követni</a:t>
            </a:r>
            <a:r>
              <a:rPr lang="en-US" dirty="0"/>
              <a:t> </a:t>
            </a:r>
            <a:r>
              <a:rPr lang="en-US" dirty="0" err="1"/>
              <a:t>tudnak</a:t>
            </a:r>
            <a:r>
              <a:rPr lang="en-US" dirty="0"/>
              <a:t> </a:t>
            </a:r>
            <a:r>
              <a:rPr lang="en-US" dirty="0" err="1"/>
              <a:t>eseményeket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dirty="0" err="1"/>
              <a:t>érdeklik</a:t>
            </a:r>
            <a:r>
              <a:rPr lang="en-US" dirty="0"/>
              <a:t> </a:t>
            </a:r>
            <a:r>
              <a:rPr lang="en-US" dirty="0" err="1"/>
              <a:t>őket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6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4E4B72F-3EAA-462D-B8E4-BADFB190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Technológiák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02B0F1-D755-4033-8F1C-87219BB3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1"/>
              <a:t>Kliens oldal:</a:t>
            </a:r>
          </a:p>
          <a:p>
            <a:pPr lvl="1"/>
            <a:r>
              <a:rPr lang="en-US" noProof="1"/>
              <a:t>Angular JavaScript</a:t>
            </a:r>
          </a:p>
          <a:p>
            <a:r>
              <a:rPr lang="en-US" noProof="1"/>
              <a:t>Szerver oldal:</a:t>
            </a:r>
          </a:p>
          <a:p>
            <a:pPr lvl="1"/>
            <a:r>
              <a:rPr lang="en-US" noProof="1"/>
              <a:t>ASP.NET Core alapú alkalmazás C# nyelven</a:t>
            </a:r>
          </a:p>
          <a:p>
            <a:r>
              <a:rPr lang="en-US" noProof="1"/>
              <a:t>Kommunikáció a kliens és a szerver között:</a:t>
            </a:r>
          </a:p>
          <a:p>
            <a:pPr lvl="1"/>
            <a:r>
              <a:rPr lang="en-US" noProof="1"/>
              <a:t>SignalR</a:t>
            </a:r>
          </a:p>
        </p:txBody>
      </p:sp>
    </p:spTree>
    <p:extLst>
      <p:ext uri="{BB962C8B-B14F-4D97-AF65-F5344CB8AC3E}">
        <p14:creationId xmlns:p14="http://schemas.microsoft.com/office/powerpoint/2010/main" val="38407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- Bejelentkezés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F11ABD8-675B-45CB-80A8-671F0268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839"/>
            <a:ext cx="10515600" cy="1213139"/>
          </a:xfrm>
        </p:spPr>
        <p:txBody>
          <a:bodyPr/>
          <a:lstStyle/>
          <a:p>
            <a:r>
              <a:rPr lang="en-US" noProof="1"/>
              <a:t>Megfelelő felhasználónév és jelszó után bejelentkezés a főmenübe</a:t>
            </a:r>
          </a:p>
          <a:p>
            <a:r>
              <a:rPr lang="en-US" noProof="1"/>
              <a:t>Ha nincs még fiókunk, akkor regisztráció</a:t>
            </a:r>
          </a:p>
        </p:txBody>
      </p:sp>
      <p:pic>
        <p:nvPicPr>
          <p:cNvPr id="11" name="Tartalom helye 5">
            <a:extLst>
              <a:ext uri="{FF2B5EF4-FFF2-40B4-BE49-F238E27FC236}">
                <a16:creationId xmlns:a16="http://schemas.microsoft.com/office/drawing/2014/main" id="{0989FB9A-BC3B-4D8C-BE0D-1612F46E1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852" y="2269332"/>
            <a:ext cx="89162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9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- Regisztráció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D1C21A-9199-4821-880A-B1F71C25D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39" y="1093163"/>
            <a:ext cx="10515600" cy="1251863"/>
          </a:xfrm>
        </p:spPr>
        <p:txBody>
          <a:bodyPr>
            <a:normAutofit lnSpcReduction="10000"/>
          </a:bodyPr>
          <a:lstStyle/>
          <a:p>
            <a:r>
              <a:rPr lang="en-US" noProof="1"/>
              <a:t>Meg kell adni felhasználónevet, jelszót, megerősítő jelszót, az érdeklődési körünket és a nyelvtudásunkat</a:t>
            </a:r>
          </a:p>
          <a:p>
            <a:r>
              <a:rPr lang="en-US" noProof="1"/>
              <a:t>Az érdeklődési kör és nyelvtudás később is pótolható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F32C1D4-2BC6-43FB-9431-F7CF706E8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35" y="2379445"/>
            <a:ext cx="89834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08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Főmenü I.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A62107-0250-46C2-B2FB-9390E5C5C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39" y="1087394"/>
            <a:ext cx="10515600" cy="993076"/>
          </a:xfrm>
        </p:spPr>
        <p:txBody>
          <a:bodyPr/>
          <a:lstStyle/>
          <a:p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esemény</a:t>
            </a:r>
            <a:r>
              <a:rPr lang="en-US" dirty="0"/>
              <a:t> a </a:t>
            </a:r>
            <a:r>
              <a:rPr lang="en-US" dirty="0" err="1"/>
              <a:t>következőkből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kép</a:t>
            </a:r>
            <a:r>
              <a:rPr lang="en-US" dirty="0"/>
              <a:t>, </a:t>
            </a:r>
            <a:r>
              <a:rPr lang="en-US" dirty="0" err="1"/>
              <a:t>kezdet</a:t>
            </a:r>
            <a:r>
              <a:rPr lang="en-US" dirty="0"/>
              <a:t>, </a:t>
            </a:r>
            <a:r>
              <a:rPr lang="en-US" dirty="0" err="1"/>
              <a:t>vég</a:t>
            </a:r>
            <a:r>
              <a:rPr lang="en-US" dirty="0"/>
              <a:t>, </a:t>
            </a:r>
            <a:r>
              <a:rPr lang="en-US" dirty="0" err="1"/>
              <a:t>leírás</a:t>
            </a:r>
            <a:r>
              <a:rPr lang="en-US" dirty="0"/>
              <a:t>, </a:t>
            </a:r>
            <a:r>
              <a:rPr lang="en-US" dirty="0" err="1"/>
              <a:t>kommentszekció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F3491C7-EF7D-4164-B32C-948BAD058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928" y="2183222"/>
            <a:ext cx="89487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54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Főmenü II.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A9E8C1-C2E3-4A01-BCFF-53EBDB8EE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39" y="1091828"/>
            <a:ext cx="10515600" cy="657516"/>
          </a:xfrm>
        </p:spPr>
        <p:txBody>
          <a:bodyPr/>
          <a:lstStyle/>
          <a:p>
            <a:r>
              <a:rPr lang="en-US" dirty="0" err="1"/>
              <a:t>Kommentszekció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95D9049-CC30-47AC-8BA7-A96C5D3E1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88" y="1652631"/>
            <a:ext cx="10268623" cy="496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01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70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Profil szerkesztése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476C70-A5E5-468B-8CEC-04B9B697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161" y="1068546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szerkesztésnél</a:t>
            </a:r>
            <a:r>
              <a:rPr lang="en-US" dirty="0"/>
              <a:t> a </a:t>
            </a:r>
            <a:r>
              <a:rPr lang="en-US" dirty="0" err="1"/>
              <a:t>következőket</a:t>
            </a:r>
            <a:r>
              <a:rPr lang="en-US" dirty="0"/>
              <a:t> </a:t>
            </a:r>
            <a:r>
              <a:rPr lang="en-US" dirty="0" err="1"/>
              <a:t>funckciók</a:t>
            </a:r>
            <a:r>
              <a:rPr lang="en-US" dirty="0"/>
              <a:t> </a:t>
            </a:r>
            <a:r>
              <a:rPr lang="en-US" dirty="0" err="1"/>
              <a:t>érhetők</a:t>
            </a:r>
            <a:r>
              <a:rPr lang="en-US" dirty="0"/>
              <a:t> el:</a:t>
            </a:r>
          </a:p>
          <a:p>
            <a:pPr lvl="1"/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jelszó</a:t>
            </a:r>
            <a:r>
              <a:rPr lang="en-US" dirty="0"/>
              <a:t> </a:t>
            </a:r>
            <a:r>
              <a:rPr lang="en-US" dirty="0" err="1"/>
              <a:t>megadása</a:t>
            </a:r>
            <a:endParaRPr lang="en-US" dirty="0"/>
          </a:p>
          <a:p>
            <a:pPr lvl="1"/>
            <a:r>
              <a:rPr lang="en-US" dirty="0" err="1"/>
              <a:t>Érdeklődési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nyelvtudás</a:t>
            </a:r>
            <a:r>
              <a:rPr lang="en-US" dirty="0"/>
              <a:t> </a:t>
            </a:r>
            <a:r>
              <a:rPr lang="en-US" dirty="0" err="1"/>
              <a:t>megváltoztatása</a:t>
            </a:r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5893A3E-E1A6-4EEA-A9B2-0B540C0A1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601" y="2394109"/>
            <a:ext cx="4108798" cy="43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03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Új esemény hozzáadása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5780A6-D12F-4CBA-9FED-50D4514B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 err="1"/>
              <a:t>Lehetőség</a:t>
            </a:r>
            <a:r>
              <a:rPr lang="en-US" dirty="0"/>
              <a:t> van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esemény</a:t>
            </a:r>
            <a:r>
              <a:rPr lang="en-US" dirty="0"/>
              <a:t> </a:t>
            </a:r>
            <a:r>
              <a:rPr lang="en-US" dirty="0" err="1"/>
              <a:t>létrehozására</a:t>
            </a:r>
            <a:r>
              <a:rPr lang="en-US" dirty="0"/>
              <a:t> is</a:t>
            </a:r>
          </a:p>
          <a:p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 </a:t>
            </a:r>
            <a:r>
              <a:rPr lang="en-US" dirty="0" err="1"/>
              <a:t>akarunk</a:t>
            </a:r>
            <a:r>
              <a:rPr lang="en-US" dirty="0"/>
              <a:t> </a:t>
            </a:r>
            <a:r>
              <a:rPr lang="en-US" dirty="0" err="1"/>
              <a:t>hozni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eseményt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a </a:t>
            </a:r>
            <a:r>
              <a:rPr lang="en-US" dirty="0" err="1"/>
              <a:t>következőket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megadni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kezdet</a:t>
            </a:r>
            <a:r>
              <a:rPr lang="en-US" dirty="0"/>
              <a:t>, </a:t>
            </a:r>
            <a:r>
              <a:rPr lang="en-US" dirty="0" err="1"/>
              <a:t>vég</a:t>
            </a:r>
            <a:r>
              <a:rPr lang="en-US" dirty="0"/>
              <a:t>, </a:t>
            </a:r>
            <a:r>
              <a:rPr lang="en-US" dirty="0" err="1"/>
              <a:t>leírás</a:t>
            </a:r>
            <a:endParaRPr lang="en-US" dirty="0"/>
          </a:p>
          <a:p>
            <a:pPr lvl="1"/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érdeklődési</a:t>
            </a:r>
            <a:r>
              <a:rPr lang="en-US" dirty="0"/>
              <a:t> </a:t>
            </a:r>
            <a:r>
              <a:rPr lang="en-US" dirty="0" err="1"/>
              <a:t>kör</a:t>
            </a:r>
            <a:endParaRPr lang="en-US" dirty="0"/>
          </a:p>
          <a:p>
            <a:pPr lvl="1"/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nyelven</a:t>
            </a:r>
            <a:r>
              <a:rPr lang="en-US" dirty="0"/>
              <a:t> </a:t>
            </a:r>
            <a:r>
              <a:rPr lang="en-US" dirty="0" err="1"/>
              <a:t>rendezik</a:t>
            </a:r>
            <a:r>
              <a:rPr lang="en-US" dirty="0"/>
              <a:t> meg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4B4C8A4-505E-4074-9CF5-B6BC675ED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146" y="2408067"/>
            <a:ext cx="4088878" cy="420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33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Továbbfejlesztési lehetőségek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9E5052-06F2-4491-BACC-AD464228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718"/>
            <a:ext cx="10515600" cy="2801391"/>
          </a:xfrm>
        </p:spPr>
        <p:txBody>
          <a:bodyPr>
            <a:noAutofit/>
          </a:bodyPr>
          <a:lstStyle/>
          <a:p>
            <a:r>
              <a:rPr lang="en-US" noProof="1"/>
              <a:t>Az események érdeklődési köre is lehetne dinamikus, így lehetőség lenne olyan érdeklődési kör megadására is, amely korábban még nem szerepelt</a:t>
            </a:r>
          </a:p>
          <a:p>
            <a:r>
              <a:rPr lang="en-US" noProof="1"/>
              <a:t>Különböző role-ok definiálsa</a:t>
            </a:r>
          </a:p>
          <a:p>
            <a:pPr lvl="1"/>
            <a:r>
              <a:rPr lang="en-US" sz="2800" noProof="1"/>
              <a:t>Admin role és User role</a:t>
            </a:r>
          </a:p>
          <a:p>
            <a:r>
              <a:rPr lang="en-US" noProof="1"/>
              <a:t>Privát üzenetek írása egymásnak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9A61B79D-456D-4333-A1B5-3DA2B2ED2B1A}"/>
              </a:ext>
            </a:extLst>
          </p:cNvPr>
          <p:cNvSpPr txBox="1">
            <a:spLocks/>
          </p:cNvSpPr>
          <p:nvPr/>
        </p:nvSpPr>
        <p:spPr>
          <a:xfrm>
            <a:off x="729143" y="5055982"/>
            <a:ext cx="10515600" cy="2048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noProof="1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63764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273</Words>
  <Application>Microsoft Office PowerPoint</Application>
  <PresentationFormat>Szélesvásznú</PresentationFormat>
  <Paragraphs>43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Office-téma</vt:lpstr>
      <vt:lpstr>PowerPoint-bemutató</vt:lpstr>
      <vt:lpstr>A feladatkiírás</vt:lpstr>
      <vt:lpstr>Technológiák</vt:lpstr>
      <vt:lpstr>Az elkészült alkalmazás - Bejelentkezés</vt:lpstr>
      <vt:lpstr>Az elkészült alkalmazás - Regisztráció</vt:lpstr>
      <vt:lpstr>Az elkészült alkalmazás – Főmenü I.</vt:lpstr>
      <vt:lpstr>Az elkészült alkalmazás – Főmenü II.</vt:lpstr>
      <vt:lpstr>Az elkészült alkalmazás – Profil szerkesztése</vt:lpstr>
      <vt:lpstr>Az elkészült alkalmazás – Új esemény hozzáadása</vt:lpstr>
      <vt:lpstr>Továbbfejlesztési lehetőségek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Juhász Péter</dc:creator>
  <cp:lastModifiedBy>Juhász Péter</cp:lastModifiedBy>
  <cp:revision>17</cp:revision>
  <dcterms:created xsi:type="dcterms:W3CDTF">2020-11-27T22:46:29Z</dcterms:created>
  <dcterms:modified xsi:type="dcterms:W3CDTF">2020-11-29T12:39:56Z</dcterms:modified>
</cp:coreProperties>
</file>