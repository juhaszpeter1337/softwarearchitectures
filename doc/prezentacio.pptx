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7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EDBBC07-74BB-4F98-9326-FED669BC75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06A4E0DE-833C-44F0-B2D6-69FB25AC5D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  <a:endParaRPr lang="en-US"/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4320DECC-EB9C-4087-B033-054D931C3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CBC51-FD88-4D76-BCD0-5D5C8F640CFE}" type="datetimeFigureOut">
              <a:rPr lang="en-US" smtClean="0"/>
              <a:t>2020-11-28</a:t>
            </a:fld>
            <a:endParaRPr lang="en-US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D688F6BC-D51C-42A9-8152-F5E257031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82879EC6-6CA8-45FB-B60E-9BEC5B548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2AB21-2200-41EE-B9B1-72E7414BF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8669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57AF4C4-C787-45A0-A0F8-0950DBE96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49B0BA8-B331-489E-9256-BD3FD01B29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710E8226-D889-4976-AAE2-0A644E7E0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CBC51-FD88-4D76-BCD0-5D5C8F640CFE}" type="datetimeFigureOut">
              <a:rPr lang="en-US" smtClean="0"/>
              <a:t>2020-11-28</a:t>
            </a:fld>
            <a:endParaRPr lang="en-US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C4CF0D80-B49B-4840-897D-6AD8A2059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BE20428A-D866-45A9-8F30-8C94840EA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2AB21-2200-41EE-B9B1-72E7414BF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1835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60D0B36-ABF3-4AEE-8C2C-2DFAF7FB6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80652298-0C7D-44BC-BE05-AEA24E9B20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5159C951-5B94-4D41-9E87-8DE9223664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CBC51-FD88-4D76-BCD0-5D5C8F640CFE}" type="datetimeFigureOut">
              <a:rPr lang="en-US" smtClean="0"/>
              <a:t>2020-11-28</a:t>
            </a:fld>
            <a:endParaRPr lang="en-US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A227F2A8-7C0A-4915-A6CA-FFFE1718B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96846B95-7933-414B-B3FA-741B7BD46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2AB21-2200-41EE-B9B1-72E7414BF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7695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1374D66-AB87-47FE-A465-C68A94717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B2F3969-F5BF-4E61-B5A0-C9EFC68C89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5C112287-99C3-4262-AA23-CDA6C0A027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69DF8765-BF9D-474C-9BEF-4C2EAD93F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CBC51-FD88-4D76-BCD0-5D5C8F640CFE}" type="datetimeFigureOut">
              <a:rPr lang="en-US" smtClean="0"/>
              <a:t>2020-11-28</a:t>
            </a:fld>
            <a:endParaRPr lang="en-US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D6BC1C2C-367D-4701-9C0C-75B122707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72A915A5-F2AF-46BC-B3D1-6E5CB2159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2AB21-2200-41EE-B9B1-72E7414BF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4346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A04DB20-6132-4514-B0E1-893AEC7F3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F608AE18-C373-43DA-BA29-086FECF156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BA0130D1-53B8-41F0-9872-82C60070EC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91BEB833-ED47-4894-B0C0-223F9AB867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1E552CF6-EDD3-4CF1-8EC6-14D8EC67AC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DD3F91C4-EEA0-4536-9D2B-DA8F1E143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CBC51-FD88-4D76-BCD0-5D5C8F640CFE}" type="datetimeFigureOut">
              <a:rPr lang="en-US" smtClean="0"/>
              <a:t>2020-11-28</a:t>
            </a:fld>
            <a:endParaRPr lang="en-US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D1B329F0-6225-4263-9BD5-D3CEEE196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15ACCDEB-E70A-40A4-B257-09FA5FBC4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2AB21-2200-41EE-B9B1-72E7414BF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8280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33CA905-524B-4442-AC32-D665E7AD0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09C8B363-697D-4061-AC89-15B5AEF51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CBC51-FD88-4D76-BCD0-5D5C8F640CFE}" type="datetimeFigureOut">
              <a:rPr lang="en-US" smtClean="0"/>
              <a:t>2020-11-28</a:t>
            </a:fld>
            <a:endParaRPr lang="en-US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562E751B-1378-456E-ADC9-32D73DD6E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54EF4A9B-B956-449B-B499-DC4035760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2AB21-2200-41EE-B9B1-72E7414BF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027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BEFB698F-A95E-42C7-93B1-6C47A3814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CBC51-FD88-4D76-BCD0-5D5C8F640CFE}" type="datetimeFigureOut">
              <a:rPr lang="en-US" smtClean="0"/>
              <a:t>2020-11-28</a:t>
            </a:fld>
            <a:endParaRPr lang="en-US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A2008675-9BAF-46FF-963C-195C45513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EA3F86CD-66DC-4BDC-A3BD-3EDE3F7F5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2AB21-2200-41EE-B9B1-72E7414BF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7704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C5725EC-8C38-4555-81E3-EB66524E1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DDD42D06-8B1E-435F-A5FD-F5F7AB7608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1097A8A4-4235-4CF8-B5FA-FDBC53B43D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1D87D096-F7A0-4C49-84F4-792ED5F20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CBC51-FD88-4D76-BCD0-5D5C8F640CFE}" type="datetimeFigureOut">
              <a:rPr lang="en-US" smtClean="0"/>
              <a:t>2020-11-28</a:t>
            </a:fld>
            <a:endParaRPr lang="en-US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D6B05578-2C74-4A32-9079-C4E844EA8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36748AAA-828A-4012-867C-CBE6998CD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2AB21-2200-41EE-B9B1-72E7414BF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8961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DA82BFA-738E-4472-86AB-F6EA1A70C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6FB10C2D-8AA7-4517-843B-32A5E4E15A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C1F2FDBC-C8DF-4267-9835-C8ACEBD9F0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5C78309B-4C03-4B89-8143-C9DB7F6A0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CBC51-FD88-4D76-BCD0-5D5C8F640CFE}" type="datetimeFigureOut">
              <a:rPr lang="en-US" smtClean="0"/>
              <a:t>2020-11-28</a:t>
            </a:fld>
            <a:endParaRPr lang="en-US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5585026C-1C5A-43B9-B644-1E679D5A0C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B199223B-F539-48E6-ACA2-8CDC2FB7C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2AB21-2200-41EE-B9B1-72E7414BF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5564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F578AF4-CFA0-4248-8A15-69A804CA9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69DA457B-50A5-4A73-9565-5049A487FE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4DD88A0C-59AC-4300-AFBD-E586A9AA5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CBC51-FD88-4D76-BCD0-5D5C8F640CFE}" type="datetimeFigureOut">
              <a:rPr lang="en-US" smtClean="0"/>
              <a:t>2020-11-28</a:t>
            </a:fld>
            <a:endParaRPr lang="en-US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4F8A8CF7-3719-46CE-9720-2E0D5EE36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575DAA5D-5283-4EF3-967C-186C0A305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2AB21-2200-41EE-B9B1-72E7414BF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870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51734354-010B-4316-8E7D-CCFD7653D4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DFCDD14F-C269-4217-8516-7D7221C158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AC12323F-252C-419E-A977-7774DFDD3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CBC51-FD88-4D76-BCD0-5D5C8F640CFE}" type="datetimeFigureOut">
              <a:rPr lang="en-US" smtClean="0"/>
              <a:t>2020-11-28</a:t>
            </a:fld>
            <a:endParaRPr lang="en-US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9FA1C51A-9410-4B39-89D9-FA245C48B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3AB435D4-A606-45EF-9FDF-8476E1729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2AB21-2200-41EE-B9B1-72E7414BF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8732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5C030D69-1B41-49AE-A283-760B8E60A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3B6FEC0A-E162-4E2A-B4EB-83C5E9762F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DEF8FDBC-E0DA-42AF-BB68-E180FD9F5A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4CBC51-FD88-4D76-BCD0-5D5C8F640CFE}" type="datetimeFigureOut">
              <a:rPr lang="en-US" smtClean="0"/>
              <a:t>2020-11-28</a:t>
            </a:fld>
            <a:endParaRPr lang="en-US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BD604824-5D66-4823-8803-E36C6A2515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777C7881-F9C0-4F93-933F-81A8838159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B2AB21-2200-41EE-B9B1-72E7414BF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122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D5B339F4-93B9-4E04-9721-143AD6782E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8734DDD3-F723-4DD3-8ABE-EC0B2AC87D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522324" y="0"/>
            <a:ext cx="7147352" cy="5777808"/>
            <a:chOff x="329184" y="1"/>
            <a:chExt cx="524256" cy="5777808"/>
          </a:xfrm>
        </p:grpSpPr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F7C8EA93-3210-4C62-99E9-153C275E3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77809"/>
              <a:ext cx="523824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5EB7D2A2-F448-44D4-938C-DC84CBCB3B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1"/>
              <a:ext cx="524256" cy="55321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9" name="Rectangle 48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1"/>
            <a:ext cx="10999072" cy="532513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67446AF6-0993-4EB8-8B35-D3EAE8589496}"/>
              </a:ext>
            </a:extLst>
          </p:cNvPr>
          <p:cNvSpPr txBox="1"/>
          <p:nvPr/>
        </p:nvSpPr>
        <p:spPr>
          <a:xfrm>
            <a:off x="1524000" y="1231961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100" kern="1200" noProof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Event Finder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5100" kern="1200" noProof="1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100" b="1" kern="1200" noProof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Társaság kereső alkalmazás</a:t>
            </a:r>
            <a:r>
              <a:rPr lang="en-US" sz="5100" kern="1200" noProof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 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F51B66FB-8B73-4D1E-9A00-CC08312ED3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03712"/>
            <a:ext cx="9144000" cy="1563686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Készítették:</a:t>
            </a:r>
          </a:p>
          <a:p>
            <a:r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Gyarmati Bálint – B9KF99</a:t>
            </a:r>
          </a:p>
          <a:p>
            <a:r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Juhász Péter - EZVYSK</a:t>
            </a:r>
          </a:p>
        </p:txBody>
      </p:sp>
    </p:spTree>
    <p:extLst>
      <p:ext uri="{BB962C8B-B14F-4D97-AF65-F5344CB8AC3E}">
        <p14:creationId xmlns:p14="http://schemas.microsoft.com/office/powerpoint/2010/main" val="1667078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18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: Shape 20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A0509F0D-6211-4950-AC37-0FB0750F5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u="sng" dirty="0"/>
              <a:t>A </a:t>
            </a:r>
            <a:r>
              <a:rPr lang="en-US" u="sng" dirty="0" err="1"/>
              <a:t>feladatkiírás</a:t>
            </a:r>
            <a:endParaRPr lang="en-US" u="sng" dirty="0"/>
          </a:p>
        </p:txBody>
      </p:sp>
      <p:sp>
        <p:nvSpPr>
          <p:cNvPr id="29" name="Arc 22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A889FFE-52B0-4B2A-B26F-B5E730F8EF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A </a:t>
            </a:r>
            <a:r>
              <a:rPr lang="en-US" dirty="0" err="1"/>
              <a:t>hallgatók</a:t>
            </a:r>
            <a:r>
              <a:rPr lang="en-US" dirty="0"/>
              <a:t> </a:t>
            </a:r>
            <a:r>
              <a:rPr lang="en-US" dirty="0" err="1"/>
              <a:t>feladata</a:t>
            </a:r>
            <a:r>
              <a:rPr lang="en-US" dirty="0"/>
              <a:t> </a:t>
            </a:r>
            <a:r>
              <a:rPr lang="en-US" dirty="0" err="1"/>
              <a:t>egy</a:t>
            </a:r>
            <a:r>
              <a:rPr lang="en-US" dirty="0"/>
              <a:t> </a:t>
            </a:r>
            <a:r>
              <a:rPr lang="en-US" dirty="0" err="1"/>
              <a:t>társaság</a:t>
            </a:r>
            <a:r>
              <a:rPr lang="en-US" dirty="0"/>
              <a:t> </a:t>
            </a:r>
            <a:r>
              <a:rPr lang="en-US" dirty="0" err="1"/>
              <a:t>kereső</a:t>
            </a:r>
            <a:r>
              <a:rPr lang="en-US" dirty="0"/>
              <a:t> </a:t>
            </a:r>
            <a:r>
              <a:rPr lang="en-US" dirty="0" err="1"/>
              <a:t>alkalmazás</a:t>
            </a:r>
            <a:r>
              <a:rPr lang="en-US" dirty="0"/>
              <a:t> </a:t>
            </a:r>
            <a:r>
              <a:rPr lang="en-US" dirty="0" err="1"/>
              <a:t>tervezése</a:t>
            </a:r>
            <a:r>
              <a:rPr lang="en-US" dirty="0"/>
              <a:t>. A </a:t>
            </a:r>
            <a:r>
              <a:rPr lang="en-US" dirty="0" err="1"/>
              <a:t>felhasználóknak</a:t>
            </a:r>
            <a:r>
              <a:rPr lang="en-US" dirty="0"/>
              <a:t> </a:t>
            </a:r>
            <a:r>
              <a:rPr lang="en-US" dirty="0" err="1"/>
              <a:t>lehetőségük</a:t>
            </a:r>
            <a:r>
              <a:rPr lang="en-US" dirty="0"/>
              <a:t> van </a:t>
            </a:r>
            <a:r>
              <a:rPr lang="en-US" dirty="0" err="1"/>
              <a:t>bejelölni</a:t>
            </a:r>
            <a:r>
              <a:rPr lang="en-US" dirty="0"/>
              <a:t> </a:t>
            </a:r>
            <a:r>
              <a:rPr lang="en-US" dirty="0" err="1"/>
              <a:t>érdeklődési</a:t>
            </a:r>
            <a:r>
              <a:rPr lang="en-US" dirty="0"/>
              <a:t> </a:t>
            </a:r>
            <a:r>
              <a:rPr lang="en-US" dirty="0" err="1"/>
              <a:t>köreiket</a:t>
            </a:r>
            <a:r>
              <a:rPr lang="en-US" dirty="0"/>
              <a:t> </a:t>
            </a:r>
            <a:r>
              <a:rPr lang="en-US" dirty="0" err="1"/>
              <a:t>és</a:t>
            </a:r>
            <a:r>
              <a:rPr lang="en-US" dirty="0"/>
              <a:t> </a:t>
            </a:r>
            <a:r>
              <a:rPr lang="en-US" dirty="0" err="1"/>
              <a:t>nyelvtudásukat</a:t>
            </a:r>
            <a:r>
              <a:rPr lang="en-US" dirty="0"/>
              <a:t>. </a:t>
            </a:r>
          </a:p>
          <a:p>
            <a:r>
              <a:rPr lang="en-US" dirty="0"/>
              <a:t>Az </a:t>
            </a:r>
            <a:r>
              <a:rPr lang="en-US" dirty="0" err="1"/>
              <a:t>azononos</a:t>
            </a:r>
            <a:r>
              <a:rPr lang="en-US" dirty="0"/>
              <a:t> </a:t>
            </a:r>
            <a:r>
              <a:rPr lang="en-US" dirty="0" err="1"/>
              <a:t>témák</a:t>
            </a:r>
            <a:r>
              <a:rPr lang="en-US" dirty="0"/>
              <a:t> </a:t>
            </a:r>
            <a:r>
              <a:rPr lang="en-US" dirty="0" err="1"/>
              <a:t>iránt</a:t>
            </a:r>
            <a:r>
              <a:rPr lang="en-US" dirty="0"/>
              <a:t> </a:t>
            </a:r>
            <a:r>
              <a:rPr lang="en-US" dirty="0" err="1"/>
              <a:t>érdeklődők</a:t>
            </a:r>
            <a:r>
              <a:rPr lang="en-US" dirty="0"/>
              <a:t> </a:t>
            </a:r>
            <a:r>
              <a:rPr lang="en-US" dirty="0" err="1"/>
              <a:t>egy</a:t>
            </a:r>
            <a:r>
              <a:rPr lang="en-US" dirty="0"/>
              <a:t> </a:t>
            </a:r>
            <a:r>
              <a:rPr lang="en-US" dirty="0" err="1"/>
              <a:t>közös</a:t>
            </a:r>
            <a:r>
              <a:rPr lang="en-US" dirty="0"/>
              <a:t> </a:t>
            </a:r>
            <a:r>
              <a:rPr lang="en-US" dirty="0" err="1"/>
              <a:t>platformon</a:t>
            </a:r>
            <a:r>
              <a:rPr lang="en-US" dirty="0"/>
              <a:t> </a:t>
            </a:r>
            <a:r>
              <a:rPr lang="en-US" dirty="0" err="1"/>
              <a:t>üzenve</a:t>
            </a:r>
            <a:r>
              <a:rPr lang="en-US" dirty="0"/>
              <a:t> </a:t>
            </a:r>
            <a:r>
              <a:rPr lang="en-US" dirty="0" err="1"/>
              <a:t>tudják</a:t>
            </a:r>
            <a:r>
              <a:rPr lang="en-US" dirty="0"/>
              <a:t> </a:t>
            </a:r>
            <a:r>
              <a:rPr lang="en-US" dirty="0" err="1"/>
              <a:t>megbeszélni</a:t>
            </a:r>
            <a:r>
              <a:rPr lang="en-US" dirty="0"/>
              <a:t> a </a:t>
            </a:r>
            <a:r>
              <a:rPr lang="en-US" dirty="0" err="1"/>
              <a:t>programokat</a:t>
            </a:r>
            <a:r>
              <a:rPr lang="en-US" dirty="0"/>
              <a:t>. A </a:t>
            </a:r>
            <a:r>
              <a:rPr lang="en-US" dirty="0" err="1"/>
              <a:t>felhasználók</a:t>
            </a:r>
            <a:r>
              <a:rPr lang="en-US" dirty="0"/>
              <a:t> </a:t>
            </a:r>
            <a:r>
              <a:rPr lang="en-US" dirty="0" err="1"/>
              <a:t>követni</a:t>
            </a:r>
            <a:r>
              <a:rPr lang="en-US" dirty="0"/>
              <a:t> </a:t>
            </a:r>
            <a:r>
              <a:rPr lang="en-US" dirty="0" err="1"/>
              <a:t>tudnak</a:t>
            </a:r>
            <a:r>
              <a:rPr lang="en-US" dirty="0"/>
              <a:t> </a:t>
            </a:r>
            <a:r>
              <a:rPr lang="en-US" dirty="0" err="1"/>
              <a:t>eseményeket</a:t>
            </a:r>
            <a:r>
              <a:rPr lang="en-US" dirty="0"/>
              <a:t>, </a:t>
            </a:r>
            <a:r>
              <a:rPr lang="en-US" dirty="0" err="1"/>
              <a:t>amelyek</a:t>
            </a:r>
            <a:r>
              <a:rPr lang="en-US" dirty="0"/>
              <a:t> </a:t>
            </a:r>
            <a:r>
              <a:rPr lang="en-US" dirty="0" err="1"/>
              <a:t>érdeklik</a:t>
            </a:r>
            <a:r>
              <a:rPr lang="en-US" dirty="0"/>
              <a:t> </a:t>
            </a:r>
            <a:r>
              <a:rPr lang="en-US" dirty="0" err="1"/>
              <a:t>őket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67688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C4E4B72F-3EAA-462D-B8E4-BADFB1907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u="sng" noProof="1"/>
              <a:t>Technológiák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102B0F1-D755-4033-8F1C-87219BB3ED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noProof="1"/>
              <a:t>Kliens oldal:</a:t>
            </a:r>
          </a:p>
          <a:p>
            <a:pPr lvl="1"/>
            <a:r>
              <a:rPr lang="en-US" noProof="1"/>
              <a:t>Angular JavaScript</a:t>
            </a:r>
          </a:p>
          <a:p>
            <a:r>
              <a:rPr lang="en-US" noProof="1"/>
              <a:t>Szerver oldal:</a:t>
            </a:r>
          </a:p>
          <a:p>
            <a:pPr lvl="1"/>
            <a:r>
              <a:rPr lang="en-US" noProof="1"/>
              <a:t>ASP.NET Core alapú alkalmazás C# nyelven</a:t>
            </a:r>
          </a:p>
          <a:p>
            <a:r>
              <a:rPr lang="en-US" noProof="1"/>
              <a:t>Kommunikáció a kliens és a szerver között:</a:t>
            </a:r>
          </a:p>
          <a:p>
            <a:pPr lvl="1"/>
            <a:r>
              <a:rPr lang="en-US" noProof="1"/>
              <a:t>SignalR</a:t>
            </a:r>
          </a:p>
        </p:txBody>
      </p:sp>
    </p:spTree>
    <p:extLst>
      <p:ext uri="{BB962C8B-B14F-4D97-AF65-F5344CB8AC3E}">
        <p14:creationId xmlns:p14="http://schemas.microsoft.com/office/powerpoint/2010/main" val="3840723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51374C10-B07B-4C1F-A35C-6B9250D14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u="sng" noProof="1"/>
              <a:t>Az elkészült alkalmazás - Bejelentkezés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2F11ABD8-675B-45CB-80A8-671F0268FA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76839"/>
            <a:ext cx="10515600" cy="1213139"/>
          </a:xfrm>
        </p:spPr>
        <p:txBody>
          <a:bodyPr/>
          <a:lstStyle/>
          <a:p>
            <a:r>
              <a:rPr lang="en-US" noProof="1"/>
              <a:t>Megfelelő felhasználónév és jelszó után bejelentkezés a főmenübe</a:t>
            </a:r>
          </a:p>
          <a:p>
            <a:r>
              <a:rPr lang="en-US" noProof="1"/>
              <a:t>Ha nincs még fiókunk, akkor regisztráció</a:t>
            </a:r>
          </a:p>
        </p:txBody>
      </p:sp>
      <p:pic>
        <p:nvPicPr>
          <p:cNvPr id="11" name="Tartalom helye 5">
            <a:extLst>
              <a:ext uri="{FF2B5EF4-FFF2-40B4-BE49-F238E27FC236}">
                <a16:creationId xmlns:a16="http://schemas.microsoft.com/office/drawing/2014/main" id="{0989FB9A-BC3B-4D8C-BE0D-1612F46E10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7852" y="2269332"/>
            <a:ext cx="891629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0940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51374C10-B07B-4C1F-A35C-6B9250D14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8239" y="-1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u="sng" noProof="1"/>
              <a:t>Az elkészült alkalmazás - Regisztráció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0D1C21A-9199-4821-880A-B1F71C25D4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8239" y="1093163"/>
            <a:ext cx="10515600" cy="1251863"/>
          </a:xfrm>
        </p:spPr>
        <p:txBody>
          <a:bodyPr>
            <a:normAutofit lnSpcReduction="10000"/>
          </a:bodyPr>
          <a:lstStyle/>
          <a:p>
            <a:r>
              <a:rPr lang="en-US" noProof="1"/>
              <a:t>Meg kell adni felhasználónevet, jelszót, megerősítő jelszót, az érdeklődési körünket és a nyelvtudásunkat</a:t>
            </a:r>
          </a:p>
          <a:p>
            <a:r>
              <a:rPr lang="en-US" noProof="1"/>
              <a:t>Az érdeklődési kör és nyelvtudás később is pótolható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0F32C1D4-2BC6-43FB-9431-F7CF706E8F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4335" y="2379445"/>
            <a:ext cx="8983407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80830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51374C10-B07B-4C1F-A35C-6B9250D14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8239" y="-1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u="sng" noProof="1"/>
              <a:t>Az elkészült alkalmazás – Főmenü I.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FA62107-0250-46C2-B2FB-9390E5C5C3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8239" y="1087394"/>
            <a:ext cx="10515600" cy="993076"/>
          </a:xfrm>
        </p:spPr>
        <p:txBody>
          <a:bodyPr/>
          <a:lstStyle/>
          <a:p>
            <a:r>
              <a:rPr lang="en-US" dirty="0" err="1"/>
              <a:t>Egy</a:t>
            </a:r>
            <a:r>
              <a:rPr lang="en-US" dirty="0"/>
              <a:t> </a:t>
            </a:r>
            <a:r>
              <a:rPr lang="en-US" dirty="0" err="1"/>
              <a:t>esemény</a:t>
            </a:r>
            <a:r>
              <a:rPr lang="en-US" dirty="0"/>
              <a:t> a </a:t>
            </a:r>
            <a:r>
              <a:rPr lang="en-US" dirty="0" err="1"/>
              <a:t>következőkből</a:t>
            </a:r>
            <a:r>
              <a:rPr lang="en-US" dirty="0"/>
              <a:t> </a:t>
            </a:r>
            <a:r>
              <a:rPr lang="en-US" dirty="0" err="1"/>
              <a:t>épül</a:t>
            </a:r>
            <a:r>
              <a:rPr lang="en-US" dirty="0"/>
              <a:t> </a:t>
            </a:r>
            <a:r>
              <a:rPr lang="en-US" dirty="0" err="1"/>
              <a:t>fel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Cím</a:t>
            </a:r>
            <a:r>
              <a:rPr lang="en-US" dirty="0"/>
              <a:t>, </a:t>
            </a:r>
            <a:r>
              <a:rPr lang="en-US" dirty="0" err="1"/>
              <a:t>kép</a:t>
            </a:r>
            <a:r>
              <a:rPr lang="en-US" dirty="0"/>
              <a:t>, </a:t>
            </a:r>
            <a:r>
              <a:rPr lang="en-US" dirty="0" err="1"/>
              <a:t>kezdet</a:t>
            </a:r>
            <a:r>
              <a:rPr lang="en-US" dirty="0"/>
              <a:t>, </a:t>
            </a:r>
            <a:r>
              <a:rPr lang="en-US" dirty="0" err="1"/>
              <a:t>vég</a:t>
            </a:r>
            <a:r>
              <a:rPr lang="en-US" dirty="0"/>
              <a:t>, </a:t>
            </a:r>
            <a:r>
              <a:rPr lang="en-US" dirty="0" err="1"/>
              <a:t>leírás</a:t>
            </a:r>
            <a:r>
              <a:rPr lang="en-US" dirty="0"/>
              <a:t>, </a:t>
            </a:r>
            <a:r>
              <a:rPr lang="en-US" dirty="0" err="1"/>
              <a:t>kommentszekció</a:t>
            </a:r>
            <a:endParaRPr lang="en-US" dirty="0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EF3491C7-EF7D-4164-B32C-948BAD0585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928" y="2183222"/>
            <a:ext cx="8948767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65444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51374C10-B07B-4C1F-A35C-6B9250D14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8239" y="-1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u="sng" noProof="1"/>
              <a:t>Az elkészült alkalmazás – Főmenü II.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92F88B36-02CB-4197-AB8C-78C86563217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232" y="1216404"/>
            <a:ext cx="10974058" cy="53018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70162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51374C10-B07B-4C1F-A35C-6B9250D14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8239" y="7057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u="sng" noProof="1"/>
              <a:t>Az elkészült alkalmazás – Profil szerkesztése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D9476C70-A5E5-468B-8CEC-04B9B6977A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8161" y="1068546"/>
            <a:ext cx="10515600" cy="1325563"/>
          </a:xfrm>
        </p:spPr>
        <p:txBody>
          <a:bodyPr/>
          <a:lstStyle/>
          <a:p>
            <a:r>
              <a:rPr lang="en-US" dirty="0"/>
              <a:t>A </a:t>
            </a:r>
            <a:r>
              <a:rPr lang="en-US" dirty="0" err="1"/>
              <a:t>profil</a:t>
            </a:r>
            <a:r>
              <a:rPr lang="en-US" dirty="0"/>
              <a:t> </a:t>
            </a:r>
            <a:r>
              <a:rPr lang="en-US" dirty="0" err="1"/>
              <a:t>szerkesztésnél</a:t>
            </a:r>
            <a:r>
              <a:rPr lang="en-US" dirty="0"/>
              <a:t> a </a:t>
            </a:r>
            <a:r>
              <a:rPr lang="en-US" dirty="0" err="1"/>
              <a:t>következőket</a:t>
            </a:r>
            <a:r>
              <a:rPr lang="en-US" dirty="0"/>
              <a:t> </a:t>
            </a:r>
            <a:r>
              <a:rPr lang="en-US" dirty="0" err="1"/>
              <a:t>funckciók</a:t>
            </a:r>
            <a:r>
              <a:rPr lang="en-US" dirty="0"/>
              <a:t> </a:t>
            </a:r>
            <a:r>
              <a:rPr lang="en-US" dirty="0" err="1"/>
              <a:t>érhetők</a:t>
            </a:r>
            <a:r>
              <a:rPr lang="en-US" dirty="0"/>
              <a:t> el:</a:t>
            </a:r>
          </a:p>
          <a:p>
            <a:pPr lvl="1"/>
            <a:r>
              <a:rPr lang="en-US" dirty="0" err="1"/>
              <a:t>Új</a:t>
            </a:r>
            <a:r>
              <a:rPr lang="en-US" dirty="0"/>
              <a:t> </a:t>
            </a:r>
            <a:r>
              <a:rPr lang="en-US" dirty="0" err="1"/>
              <a:t>jelszó</a:t>
            </a:r>
            <a:r>
              <a:rPr lang="en-US" dirty="0"/>
              <a:t> </a:t>
            </a:r>
            <a:r>
              <a:rPr lang="en-US" dirty="0" err="1"/>
              <a:t>megadása</a:t>
            </a:r>
            <a:endParaRPr lang="en-US" dirty="0"/>
          </a:p>
          <a:p>
            <a:pPr lvl="1"/>
            <a:r>
              <a:rPr lang="en-US" dirty="0" err="1"/>
              <a:t>Érdeklődési</a:t>
            </a:r>
            <a:r>
              <a:rPr lang="en-US" dirty="0"/>
              <a:t> </a:t>
            </a:r>
            <a:r>
              <a:rPr lang="en-US" dirty="0" err="1"/>
              <a:t>kör</a:t>
            </a:r>
            <a:r>
              <a:rPr lang="en-US" dirty="0"/>
              <a:t> </a:t>
            </a:r>
            <a:r>
              <a:rPr lang="en-US" dirty="0" err="1"/>
              <a:t>és</a:t>
            </a:r>
            <a:r>
              <a:rPr lang="en-US" dirty="0"/>
              <a:t> </a:t>
            </a:r>
            <a:r>
              <a:rPr lang="en-US" dirty="0" err="1"/>
              <a:t>nyelvtudás</a:t>
            </a:r>
            <a:r>
              <a:rPr lang="en-US" dirty="0"/>
              <a:t> </a:t>
            </a:r>
            <a:r>
              <a:rPr lang="en-US" dirty="0" err="1"/>
              <a:t>megváltoztatása</a:t>
            </a:r>
            <a:endParaRPr lang="en-US" dirty="0"/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B5893A3E-E1A6-4EEA-A9B2-0B540C0A10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1601" y="2394109"/>
            <a:ext cx="4108798" cy="4348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620339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51374C10-B07B-4C1F-A35C-6B9250D14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u="sng" noProof="1"/>
              <a:t>Az elkészült alkalmazás – Új esemény hozzáadása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E5780A6-D12F-4CBA-9FED-50D4514B18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/>
          <a:lstStyle/>
          <a:p>
            <a:r>
              <a:rPr lang="en-US" dirty="0" err="1"/>
              <a:t>Lehetőség</a:t>
            </a:r>
            <a:r>
              <a:rPr lang="en-US" dirty="0"/>
              <a:t> van </a:t>
            </a:r>
            <a:r>
              <a:rPr lang="en-US" dirty="0" err="1"/>
              <a:t>új</a:t>
            </a:r>
            <a:r>
              <a:rPr lang="en-US" dirty="0"/>
              <a:t> </a:t>
            </a:r>
            <a:r>
              <a:rPr lang="en-US" dirty="0" err="1"/>
              <a:t>esemény</a:t>
            </a:r>
            <a:r>
              <a:rPr lang="en-US" dirty="0"/>
              <a:t> </a:t>
            </a:r>
            <a:r>
              <a:rPr lang="en-US" dirty="0" err="1"/>
              <a:t>létrehozására</a:t>
            </a:r>
            <a:r>
              <a:rPr lang="en-US" dirty="0"/>
              <a:t> is</a:t>
            </a:r>
          </a:p>
          <a:p>
            <a:r>
              <a:rPr lang="en-US" dirty="0" err="1"/>
              <a:t>Amikor</a:t>
            </a:r>
            <a:r>
              <a:rPr lang="en-US" dirty="0"/>
              <a:t> </a:t>
            </a:r>
            <a:r>
              <a:rPr lang="en-US" dirty="0" err="1"/>
              <a:t>létre</a:t>
            </a:r>
            <a:r>
              <a:rPr lang="en-US" dirty="0"/>
              <a:t> </a:t>
            </a:r>
            <a:r>
              <a:rPr lang="en-US" dirty="0" err="1"/>
              <a:t>akarunk</a:t>
            </a:r>
            <a:r>
              <a:rPr lang="en-US" dirty="0"/>
              <a:t> </a:t>
            </a:r>
            <a:r>
              <a:rPr lang="en-US" dirty="0" err="1"/>
              <a:t>hozni</a:t>
            </a:r>
            <a:r>
              <a:rPr lang="en-US" dirty="0"/>
              <a:t> </a:t>
            </a:r>
            <a:r>
              <a:rPr lang="en-US" dirty="0" err="1"/>
              <a:t>egy</a:t>
            </a:r>
            <a:r>
              <a:rPr lang="en-US" dirty="0"/>
              <a:t> </a:t>
            </a:r>
            <a:r>
              <a:rPr lang="en-US" dirty="0" err="1"/>
              <a:t>új</a:t>
            </a:r>
            <a:r>
              <a:rPr lang="en-US" dirty="0"/>
              <a:t> </a:t>
            </a:r>
            <a:r>
              <a:rPr lang="en-US" dirty="0" err="1"/>
              <a:t>eseményt</a:t>
            </a:r>
            <a:r>
              <a:rPr lang="en-US" dirty="0"/>
              <a:t>, </a:t>
            </a:r>
            <a:r>
              <a:rPr lang="en-US" dirty="0" err="1"/>
              <a:t>akkor</a:t>
            </a:r>
            <a:r>
              <a:rPr lang="en-US" dirty="0"/>
              <a:t> a </a:t>
            </a:r>
            <a:r>
              <a:rPr lang="en-US" dirty="0" err="1"/>
              <a:t>következőket</a:t>
            </a:r>
            <a:r>
              <a:rPr lang="en-US" dirty="0"/>
              <a:t> </a:t>
            </a:r>
            <a:r>
              <a:rPr lang="en-US" dirty="0" err="1"/>
              <a:t>kell</a:t>
            </a:r>
            <a:r>
              <a:rPr lang="en-US" dirty="0"/>
              <a:t> </a:t>
            </a:r>
            <a:r>
              <a:rPr lang="en-US" dirty="0" err="1"/>
              <a:t>megadni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cím</a:t>
            </a:r>
            <a:r>
              <a:rPr lang="en-US" dirty="0"/>
              <a:t>, </a:t>
            </a:r>
            <a:r>
              <a:rPr lang="en-US" dirty="0" err="1"/>
              <a:t>kezdet</a:t>
            </a:r>
            <a:r>
              <a:rPr lang="en-US" dirty="0"/>
              <a:t>, </a:t>
            </a:r>
            <a:r>
              <a:rPr lang="en-US" dirty="0" err="1"/>
              <a:t>vég</a:t>
            </a:r>
            <a:r>
              <a:rPr lang="en-US" dirty="0"/>
              <a:t>, </a:t>
            </a:r>
            <a:r>
              <a:rPr lang="en-US" dirty="0" err="1"/>
              <a:t>leírás</a:t>
            </a:r>
            <a:endParaRPr lang="en-US" dirty="0"/>
          </a:p>
          <a:p>
            <a:pPr lvl="1"/>
            <a:r>
              <a:rPr lang="en-US" dirty="0" err="1"/>
              <a:t>milyen</a:t>
            </a:r>
            <a:r>
              <a:rPr lang="en-US" dirty="0"/>
              <a:t> </a:t>
            </a:r>
            <a:r>
              <a:rPr lang="en-US" dirty="0" err="1"/>
              <a:t>érdeklődési</a:t>
            </a:r>
            <a:r>
              <a:rPr lang="en-US" dirty="0"/>
              <a:t> </a:t>
            </a:r>
            <a:r>
              <a:rPr lang="en-US" dirty="0" err="1"/>
              <a:t>kör</a:t>
            </a:r>
            <a:endParaRPr lang="en-US" dirty="0"/>
          </a:p>
          <a:p>
            <a:pPr lvl="1"/>
            <a:r>
              <a:rPr lang="en-US" dirty="0" err="1"/>
              <a:t>milyen</a:t>
            </a:r>
            <a:r>
              <a:rPr lang="en-US" dirty="0"/>
              <a:t> </a:t>
            </a:r>
            <a:r>
              <a:rPr lang="en-US" dirty="0" err="1"/>
              <a:t>nyelven</a:t>
            </a:r>
            <a:r>
              <a:rPr lang="en-US" dirty="0"/>
              <a:t> </a:t>
            </a:r>
            <a:r>
              <a:rPr lang="en-US" dirty="0" err="1"/>
              <a:t>rendezik</a:t>
            </a:r>
            <a:r>
              <a:rPr lang="en-US" dirty="0"/>
              <a:t> meg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D4B4C8A4-505E-4074-9CF5-B6BC675ED2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7146" y="2408067"/>
            <a:ext cx="4088878" cy="42024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93357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51374C10-B07B-4C1F-A35C-6B9250D14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u="sng" noProof="1"/>
              <a:t>Továbbfejlesztési lehetőségek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19E5052-06F2-4491-BACC-AD464228EB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86719"/>
            <a:ext cx="10515600" cy="2392746"/>
          </a:xfrm>
        </p:spPr>
        <p:txBody>
          <a:bodyPr>
            <a:noAutofit/>
          </a:bodyPr>
          <a:lstStyle/>
          <a:p>
            <a:r>
              <a:rPr lang="en-US" noProof="1"/>
              <a:t>Az események érdeklődési köre is dinamikus, így lehetőség van olyan érdeklődési kör megadására, amely korábban még nem szerepelt</a:t>
            </a:r>
          </a:p>
          <a:p>
            <a:r>
              <a:rPr lang="en-US" noProof="1"/>
              <a:t>Különböző role-ok definiálsa</a:t>
            </a:r>
          </a:p>
          <a:p>
            <a:pPr lvl="1"/>
            <a:r>
              <a:rPr lang="en-US" sz="2800" noProof="1"/>
              <a:t>Admin role és User role</a:t>
            </a:r>
          </a:p>
          <a:p>
            <a:r>
              <a:rPr lang="en-US" noProof="1"/>
              <a:t>Privát üzenetek írása egymásnak</a:t>
            </a:r>
          </a:p>
        </p:txBody>
      </p:sp>
      <p:sp>
        <p:nvSpPr>
          <p:cNvPr id="9" name="Tartalom helye 2">
            <a:extLst>
              <a:ext uri="{FF2B5EF4-FFF2-40B4-BE49-F238E27FC236}">
                <a16:creationId xmlns:a16="http://schemas.microsoft.com/office/drawing/2014/main" id="{9A61B79D-456D-4333-A1B5-3DA2B2ED2B1A}"/>
              </a:ext>
            </a:extLst>
          </p:cNvPr>
          <p:cNvSpPr txBox="1">
            <a:spLocks/>
          </p:cNvSpPr>
          <p:nvPr/>
        </p:nvSpPr>
        <p:spPr>
          <a:xfrm>
            <a:off x="729143" y="4710905"/>
            <a:ext cx="10515600" cy="20482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400" noProof="1"/>
              <a:t>Köszönjük a figyelmet!</a:t>
            </a:r>
          </a:p>
        </p:txBody>
      </p:sp>
    </p:spTree>
    <p:extLst>
      <p:ext uri="{BB962C8B-B14F-4D97-AF65-F5344CB8AC3E}">
        <p14:creationId xmlns:p14="http://schemas.microsoft.com/office/powerpoint/2010/main" val="6376468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270</Words>
  <Application>Microsoft Office PowerPoint</Application>
  <PresentationFormat>Szélesvásznú</PresentationFormat>
  <Paragraphs>42</Paragraphs>
  <Slides>10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Office-téma</vt:lpstr>
      <vt:lpstr>PowerPoint-bemutató</vt:lpstr>
      <vt:lpstr>A feladatkiírás</vt:lpstr>
      <vt:lpstr>Technológiák</vt:lpstr>
      <vt:lpstr>Az elkészült alkalmazás - Bejelentkezés</vt:lpstr>
      <vt:lpstr>Az elkészült alkalmazás - Regisztráció</vt:lpstr>
      <vt:lpstr>Az elkészült alkalmazás – Főmenü I.</vt:lpstr>
      <vt:lpstr>Az elkészült alkalmazás – Főmenü II.</vt:lpstr>
      <vt:lpstr>Az elkészült alkalmazás – Profil szerkesztése</vt:lpstr>
      <vt:lpstr>Az elkészült alkalmazás – Új esemény hozzáadása</vt:lpstr>
      <vt:lpstr>Továbbfejlesztési lehetőségek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creator>Juhász Péter</dc:creator>
  <cp:lastModifiedBy>Juhász Péter</cp:lastModifiedBy>
  <cp:revision>15</cp:revision>
  <dcterms:created xsi:type="dcterms:W3CDTF">2020-11-27T22:46:29Z</dcterms:created>
  <dcterms:modified xsi:type="dcterms:W3CDTF">2020-11-28T13:32:26Z</dcterms:modified>
</cp:coreProperties>
</file>